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6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1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2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2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4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9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2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4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1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1FF04-B5F4-4C45-A1BC-40166FACBAD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9CB59-20F3-462D-BCC9-6F2136A33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8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7B5D-B919-6504-B5BC-1D4D71598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66D51-D185-C264-3500-48815C33B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7C078-B0F3-4846-CA57-6DE8EBD0BE01}"/>
              </a:ext>
            </a:extLst>
          </p:cNvPr>
          <p:cNvSpPr txBox="1"/>
          <p:nvPr/>
        </p:nvSpPr>
        <p:spPr>
          <a:xfrm>
            <a:off x="355600" y="203200"/>
            <a:ext cx="11480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53E2"/>
                </a:solidFill>
                <a:latin typeface="Calibri" panose="020F0502020204030204" pitchFamily="34" charset="0"/>
              </a:rPr>
              <a:t>Van Delivery Design Checklist - Construction Space Protection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A0025-5265-ED4A-1E7F-8BD45A89F410}"/>
              </a:ext>
            </a:extLst>
          </p:cNvPr>
          <p:cNvSpPr txBox="1"/>
          <p:nvPr/>
        </p:nvSpPr>
        <p:spPr>
          <a:xfrm>
            <a:off x="381000" y="6096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Source: Van Delivery Site Design Checklist | Objective: protect Day 1 and full build-out space for van delivery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4F5D8-79C0-3406-48C2-62D293B9EB31}"/>
              </a:ext>
            </a:extLst>
          </p:cNvPr>
          <p:cNvSpPr/>
          <p:nvPr/>
        </p:nvSpPr>
        <p:spPr>
          <a:xfrm>
            <a:off x="381000" y="990600"/>
            <a:ext cx="5334000" cy="5461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57E9E-CAEC-710C-7955-2F680B0D9465}"/>
              </a:ext>
            </a:extLst>
          </p:cNvPr>
          <p:cNvSpPr/>
          <p:nvPr/>
        </p:nvSpPr>
        <p:spPr>
          <a:xfrm>
            <a:off x="5905500" y="990600"/>
            <a:ext cx="5969000" cy="5461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554C-D75C-189C-2E68-9F4ABD0E4896}"/>
              </a:ext>
            </a:extLst>
          </p:cNvPr>
          <p:cNvSpPr txBox="1"/>
          <p:nvPr/>
        </p:nvSpPr>
        <p:spPr>
          <a:xfrm>
            <a:off x="558800" y="1143000"/>
            <a:ext cx="4953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053E2"/>
                </a:solidFill>
                <a:latin typeface="Calibri" panose="020F0502020204030204" pitchFamily="34" charset="0"/>
              </a:rPr>
              <a:t>Checklist coverage used by Construction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EA56A3-2513-115E-8ED7-1E1F79E35CBD}"/>
              </a:ext>
            </a:extLst>
          </p:cNvPr>
          <p:cNvSpPr txBox="1"/>
          <p:nvPr/>
        </p:nvSpPr>
        <p:spPr>
          <a:xfrm>
            <a:off x="609600" y="1524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1) Operational Requirements: 9 checks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D22DC-76DB-7F64-0A07-772EE86F6668}"/>
              </a:ext>
            </a:extLst>
          </p:cNvPr>
          <p:cNvSpPr txBox="1"/>
          <p:nvPr/>
        </p:nvSpPr>
        <p:spPr>
          <a:xfrm>
            <a:off x="609600" y="18288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2) Site Layout &amp; Circulation: 8 checks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13CB2-5CEB-EF97-01A2-BEA9034268CF}"/>
              </a:ext>
            </a:extLst>
          </p:cNvPr>
          <p:cNvSpPr txBox="1"/>
          <p:nvPr/>
        </p:nvSpPr>
        <p:spPr>
          <a:xfrm>
            <a:off x="609600" y="21336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3) Building Interface: 9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5C657-87B5-6FC6-2D57-F25B1905E5EC}"/>
              </a:ext>
            </a:extLst>
          </p:cNvPr>
          <p:cNvSpPr txBox="1"/>
          <p:nvPr/>
        </p:nvSpPr>
        <p:spPr>
          <a:xfrm>
            <a:off x="609600" y="24384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4) Parking &amp; Stall Design: 5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D858A-E9FE-D221-AF46-9EE97FE84B25}"/>
              </a:ext>
            </a:extLst>
          </p:cNvPr>
          <p:cNvSpPr txBox="1"/>
          <p:nvPr/>
        </p:nvSpPr>
        <p:spPr>
          <a:xfrm>
            <a:off x="609600" y="2743200"/>
            <a:ext cx="482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5) EV Readiness (Disclaimer: EV parking and/or charging must be 50+ feet away from the building): 7 checks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3A9785-3F5C-46BE-7AA3-B52E13087D50}"/>
              </a:ext>
            </a:extLst>
          </p:cNvPr>
          <p:cNvSpPr txBox="1"/>
          <p:nvPr/>
        </p:nvSpPr>
        <p:spPr>
          <a:xfrm>
            <a:off x="609600" y="3048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200">
                <a:solidFill>
                  <a:srgbClr val="282828"/>
                </a:solidFill>
                <a:latin typeface="Calibri" panose="020F0502020204030204" pitchFamily="34" charset="0"/>
              </a:rPr>
              <a:t>6) Utilities &amp; Infrastructure: 5 checks</a:t>
            </a:r>
            <a:endParaRPr lang="en-US" sz="12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BC58C-AF92-CC3F-3D45-E08F5AE7B8DD}"/>
              </a:ext>
            </a:extLst>
          </p:cNvPr>
          <p:cNvSpPr txBox="1"/>
          <p:nvPr/>
        </p:nvSpPr>
        <p:spPr>
          <a:xfrm>
            <a:off x="609600" y="33528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7) Safety &amp; Separation: 5 checks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91167-F8EF-0F21-0A17-DA99735A1DA7}"/>
              </a:ext>
            </a:extLst>
          </p:cNvPr>
          <p:cNvSpPr txBox="1"/>
          <p:nvPr/>
        </p:nvSpPr>
        <p:spPr>
          <a:xfrm>
            <a:off x="609600" y="36576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8) Security &amp; Access Control: 4 checks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EEAA-6955-2D8E-3C8F-3BBF10DC0854}"/>
              </a:ext>
            </a:extLst>
          </p:cNvPr>
          <p:cNvSpPr txBox="1"/>
          <p:nvPr/>
        </p:nvSpPr>
        <p:spPr>
          <a:xfrm>
            <a:off x="609600" y="39624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9) Climate &amp; Weather: 4 checks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04DAB8-4138-B676-8C8E-A3BA9B43DDE3}"/>
              </a:ext>
            </a:extLst>
          </p:cNvPr>
          <p:cNvSpPr txBox="1"/>
          <p:nvPr/>
        </p:nvSpPr>
        <p:spPr>
          <a:xfrm>
            <a:off x="609600" y="42672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10) Scalability &amp; Future Expansion: 4 checks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CB7D4-4199-C11B-6E24-A71FD141AC12}"/>
              </a:ext>
            </a:extLst>
          </p:cNvPr>
          <p:cNvSpPr txBox="1"/>
          <p:nvPr/>
        </p:nvSpPr>
        <p:spPr>
          <a:xfrm>
            <a:off x="609600" y="4572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11) Cost &amp; Tradeoff Alignment: 4 checks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45FE3-14B8-EE94-F76C-DB99DFADEF64}"/>
              </a:ext>
            </a:extLst>
          </p:cNvPr>
          <p:cNvSpPr txBox="1"/>
          <p:nvPr/>
        </p:nvSpPr>
        <p:spPr>
          <a:xfrm>
            <a:off x="6070600" y="1143000"/>
            <a:ext cx="558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053E2"/>
                </a:solidFill>
                <a:latin typeface="Calibri" panose="020F0502020204030204" pitchFamily="34" charset="0"/>
              </a:rPr>
              <a:t>Space-protect controls highlighted for Van Delivery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5B62C9-B5A3-E08B-8883-06843CBE8BB8}"/>
              </a:ext>
            </a:extLst>
          </p:cNvPr>
          <p:cNvSpPr txBox="1"/>
          <p:nvPr/>
        </p:nvSpPr>
        <p:spPr>
          <a:xfrm>
            <a:off x="6070600" y="1549400"/>
            <a:ext cx="5588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Total van stalls (Day 1)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Total van stalls (Full build-out)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Queueing space at peak dispatch (inbound/outbound)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Van traffic separated from truck / trailer traffic circulation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Van traffic separated from associate traffic circulation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Charging locations coordinated with parking layout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Space allocated for switchgear / transformers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Expansion capacity for van parking preserved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83077-5950-8B2C-C196-F516DCCA5863}"/>
              </a:ext>
            </a:extLst>
          </p:cNvPr>
          <p:cNvSpPr txBox="1"/>
          <p:nvPr/>
        </p:nvSpPr>
        <p:spPr>
          <a:xfrm>
            <a:off x="6070600" y="5969000"/>
            <a:ext cx="558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995213"/>
                </a:solidFill>
                <a:latin typeface="Calibri" panose="020F0502020204030204" pitchFamily="34" charset="0"/>
              </a:rPr>
              <a:t>Recommendation: finalize Day 1 stalls, full build-out stalls, queueing, EV utility footprint, and expansion hold zones before design freeze.</a:t>
            </a:r>
          </a:p>
        </p:txBody>
      </p:sp>
    </p:spTree>
    <p:extLst>
      <p:ext uri="{BB962C8B-B14F-4D97-AF65-F5344CB8AC3E}">
        <p14:creationId xmlns:p14="http://schemas.microsoft.com/office/powerpoint/2010/main" val="1264142921"/>
      </p:ext>
    </p:extLst>
  </p:cSld>
  <p:clrMapOvr>
    <a:masterClrMapping/>
  </p:clrMapOvr>
</p:sld>
</file>

<file path=ppt/theme/theme1.xml><?xml version="1.0" encoding="utf-8"?>
<a:theme xmlns:a="http://schemas.openxmlformats.org/drawingml/2006/main" name="NextGen Timelines Comparison v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NextGen Timelines Comparison v3</Template>
  <TotalTime>0</TotalTime>
  <Words>232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NextGen Timelines Comparison v3</vt:lpstr>
      <vt:lpstr>PowerPoint Presentation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Kourtney Miller</dc:creator>
  <cp:lastModifiedBy>Kourtney Miller</cp:lastModifiedBy>
  <cp:revision>1</cp:revision>
  <dcterms:created xsi:type="dcterms:W3CDTF">2026-05-01T15:05:20Z</dcterms:created>
  <dcterms:modified xsi:type="dcterms:W3CDTF">2026-05-01T15:05:25Z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2026-05-01T15:05:25Z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6e01da46-c150-47d5-bbf0-4011136da69f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